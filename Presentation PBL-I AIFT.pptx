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8" r:id="rId2"/>
    <p:sldId id="267" r:id="rId3"/>
    <p:sldId id="271" r:id="rId4"/>
    <p:sldId id="273" r:id="rId5"/>
    <p:sldId id="272" r:id="rId6"/>
    <p:sldId id="274" r:id="rId7"/>
    <p:sldId id="275" r:id="rId8"/>
    <p:sldId id="277" r:id="rId9"/>
    <p:sldId id="278" r:id="rId10"/>
    <p:sldId id="279" r:id="rId11"/>
    <p:sldId id="265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12" autoAdjust="0"/>
    <p:restoredTop sz="94660"/>
  </p:normalViewPr>
  <p:slideViewPr>
    <p:cSldViewPr>
      <p:cViewPr varScale="1">
        <p:scale>
          <a:sx n="78" d="100"/>
          <a:sy n="78" d="100"/>
        </p:scale>
        <p:origin x="1613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5486400" cy="914400"/>
          </a:xfrm>
        </p:spPr>
        <p:txBody>
          <a:bodyPr/>
          <a:lstStyle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3400" y="1371600"/>
            <a:ext cx="8153400" cy="4724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D5BB0C6-8FC1-47C0-B737-D54E21B5B868}" type="datetimeFigureOut">
              <a:rPr lang="en-US" smtClean="0"/>
              <a:pPr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8887D6-2A35-42AC-99C1-5E14D32EE4C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advTm="4000">
    <p:cut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LOGO.gif"/>
          <p:cNvPicPr>
            <a:picLocks noChangeAspect="1"/>
          </p:cNvPicPr>
          <p:nvPr/>
        </p:nvPicPr>
        <p:blipFill>
          <a:blip r:embed="rId2" cstate="print"/>
          <a:srcRect b="10713"/>
          <a:stretch>
            <a:fillRect/>
          </a:stretch>
        </p:blipFill>
        <p:spPr bwMode="auto">
          <a:xfrm>
            <a:off x="6553200" y="228600"/>
            <a:ext cx="2057400" cy="63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" name="Group 7"/>
          <p:cNvGrpSpPr>
            <a:grpSpLocks/>
          </p:cNvGrpSpPr>
          <p:nvPr/>
        </p:nvGrpSpPr>
        <p:grpSpPr bwMode="auto">
          <a:xfrm>
            <a:off x="6146800" y="0"/>
            <a:ext cx="2997200" cy="876300"/>
            <a:chOff x="6096000" y="3924300"/>
            <a:chExt cx="2997200" cy="876300"/>
          </a:xfrm>
        </p:grpSpPr>
        <p:sp>
          <p:nvSpPr>
            <p:cNvPr id="6" name="Rectangle 11"/>
            <p:cNvSpPr>
              <a:spLocks noChangeArrowheads="1"/>
            </p:cNvSpPr>
            <p:nvPr/>
          </p:nvSpPr>
          <p:spPr bwMode="auto">
            <a:xfrm>
              <a:off x="6096000" y="3924300"/>
              <a:ext cx="2997200" cy="838200"/>
            </a:xfrm>
            <a:prstGeom prst="rect">
              <a:avLst/>
            </a:prstGeom>
            <a:solidFill>
              <a:srgbClr val="FF33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Calibri" pitchFamily="34" charset="0"/>
              </a:endParaRPr>
            </a:p>
          </p:txBody>
        </p:sp>
        <p:pic>
          <p:nvPicPr>
            <p:cNvPr id="7" name="Picture 9" descr="LOGO.gif"/>
            <p:cNvPicPr>
              <a:picLocks noChangeAspect="1"/>
            </p:cNvPicPr>
            <p:nvPr/>
          </p:nvPicPr>
          <p:blipFill>
            <a:blip r:embed="rId2" cstate="print"/>
            <a:srcRect b="10713"/>
            <a:stretch>
              <a:fillRect/>
            </a:stretch>
          </p:blipFill>
          <p:spPr bwMode="auto">
            <a:xfrm>
              <a:off x="6502400" y="4152900"/>
              <a:ext cx="2057400" cy="635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8" name="Rectangle 7"/>
            <p:cNvSpPr/>
            <p:nvPr/>
          </p:nvSpPr>
          <p:spPr>
            <a:xfrm>
              <a:off x="6477000" y="4114800"/>
              <a:ext cx="2076450" cy="685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pic>
        <p:nvPicPr>
          <p:cNvPr id="9" name="Picture 15" descr="logo.jp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53200" y="228600"/>
            <a:ext cx="1920875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2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2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sz="2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sz="22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D5BB0C6-8FC1-47C0-B737-D54E21B5B868}" type="datetimeFigureOut">
              <a:rPr lang="en-US" smtClean="0"/>
              <a:pPr/>
              <a:t>5/19/2026</a:t>
            </a:fld>
            <a:endParaRPr 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8887D6-2A35-42AC-99C1-5E14D32EE4C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advTm="4000">
    <p:cut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BB0C6-8FC1-47C0-B737-D54E21B5B868}" type="datetimeFigureOut">
              <a:rPr lang="en-US" smtClean="0"/>
              <a:pPr/>
              <a:t>5/19/2026</a:t>
            </a:fld>
            <a:endParaRPr 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887D6-2A35-42AC-99C1-5E14D32EE4C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advTm="4000">
    <p:cut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64770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3716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fld id="{1D5BB0C6-8FC1-47C0-B737-D54E21B5B868}" type="datetimeFigureOut">
              <a:rPr lang="en-US" smtClean="0"/>
              <a:pPr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 b="1">
                <a:solidFill>
                  <a:srgbClr val="0070C0"/>
                </a:solidFill>
                <a:latin typeface="Times New Roman" pitchFamily="18" charset="0"/>
                <a:ea typeface="ＭＳ Ｐゴシック" charset="-128"/>
                <a:cs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 b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fld id="{0F8887D6-2A35-42AC-99C1-5E14D32EE4C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31" name="Rectangle 11"/>
          <p:cNvSpPr>
            <a:spLocks noChangeArrowheads="1"/>
          </p:cNvSpPr>
          <p:nvPr/>
        </p:nvSpPr>
        <p:spPr bwMode="auto">
          <a:xfrm>
            <a:off x="0" y="0"/>
            <a:ext cx="9144000" cy="838200"/>
          </a:xfrm>
          <a:prstGeom prst="rect">
            <a:avLst/>
          </a:prstGeom>
          <a:solidFill>
            <a:srgbClr val="FF33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alibri" pitchFamily="34" charset="0"/>
            </a:endParaRP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 flipV="1">
            <a:off x="0" y="6705600"/>
            <a:ext cx="9144000" cy="198116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  <a:scene3d>
            <a:camera prst="orthographicFront"/>
            <a:lightRig rig="threePt" dir="t"/>
          </a:scene3d>
          <a:sp3d>
            <a:bevelB/>
          </a:sp3d>
        </p:spPr>
        <p:txBody>
          <a:bodyPr wrap="none" anchor="ctr"/>
          <a:lstStyle/>
          <a:p>
            <a:pPr>
              <a:defRPr/>
            </a:pPr>
            <a:endParaRPr lang="en-US">
              <a:latin typeface="Calibri" charset="0"/>
              <a:ea typeface="ＭＳ Ｐゴシック" charset="-128"/>
            </a:endParaRPr>
          </a:p>
        </p:txBody>
      </p:sp>
      <p:pic>
        <p:nvPicPr>
          <p:cNvPr id="1035" name="Picture 10" descr="LOGO.gif"/>
          <p:cNvPicPr>
            <a:picLocks noChangeAspect="1"/>
          </p:cNvPicPr>
          <p:nvPr/>
        </p:nvPicPr>
        <p:blipFill>
          <a:blip r:embed="rId5" cstate="print"/>
          <a:srcRect b="10713"/>
          <a:stretch>
            <a:fillRect/>
          </a:stretch>
        </p:blipFill>
        <p:spPr bwMode="auto">
          <a:xfrm>
            <a:off x="6553200" y="228600"/>
            <a:ext cx="2057400" cy="63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6" name="Picture 10" descr="LOGO.gif"/>
          <p:cNvPicPr>
            <a:picLocks noChangeAspect="1"/>
          </p:cNvPicPr>
          <p:nvPr/>
        </p:nvPicPr>
        <p:blipFill>
          <a:blip r:embed="rId5" cstate="print"/>
          <a:srcRect b="10713"/>
          <a:stretch>
            <a:fillRect/>
          </a:stretch>
        </p:blipFill>
        <p:spPr bwMode="auto">
          <a:xfrm>
            <a:off x="6553200" y="228600"/>
            <a:ext cx="2057400" cy="63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146800" y="0"/>
            <a:ext cx="2997200" cy="876300"/>
            <a:chOff x="6096000" y="3924300"/>
            <a:chExt cx="2997200" cy="876300"/>
          </a:xfrm>
        </p:grpSpPr>
        <p:sp>
          <p:nvSpPr>
            <p:cNvPr id="1039" name="Rectangle 11"/>
            <p:cNvSpPr>
              <a:spLocks noChangeArrowheads="1"/>
            </p:cNvSpPr>
            <p:nvPr/>
          </p:nvSpPr>
          <p:spPr bwMode="auto">
            <a:xfrm>
              <a:off x="6096000" y="3924300"/>
              <a:ext cx="2997200" cy="838200"/>
            </a:xfrm>
            <a:prstGeom prst="rect">
              <a:avLst/>
            </a:prstGeom>
            <a:solidFill>
              <a:srgbClr val="FF33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Calibri" pitchFamily="34" charset="0"/>
              </a:endParaRPr>
            </a:p>
          </p:txBody>
        </p:sp>
        <p:pic>
          <p:nvPicPr>
            <p:cNvPr id="1040" name="Picture 9" descr="LOGO.gif"/>
            <p:cNvPicPr>
              <a:picLocks noChangeAspect="1"/>
            </p:cNvPicPr>
            <p:nvPr/>
          </p:nvPicPr>
          <p:blipFill>
            <a:blip r:embed="rId5" cstate="print"/>
            <a:srcRect b="10713"/>
            <a:stretch>
              <a:fillRect/>
            </a:stretch>
          </p:blipFill>
          <p:spPr bwMode="auto">
            <a:xfrm>
              <a:off x="6502400" y="4152900"/>
              <a:ext cx="2057400" cy="635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9" name="Rectangle 18"/>
            <p:cNvSpPr/>
            <p:nvPr/>
          </p:nvSpPr>
          <p:spPr>
            <a:xfrm>
              <a:off x="6477000" y="4114800"/>
              <a:ext cx="2076450" cy="685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pic>
        <p:nvPicPr>
          <p:cNvPr id="1038" name="Picture 15" descr="logo.jpg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53200" y="228600"/>
            <a:ext cx="1920875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</p:sldLayoutIdLst>
  <p:transition advTm="4000">
    <p:cut/>
  </p:transition>
  <p:txStyles>
    <p:titleStyle>
      <a:lvl1pPr algn="ctr" rtl="0" eaLnBrk="1" fontAlgn="base" hangingPunct="1">
        <a:spcBef>
          <a:spcPct val="0"/>
        </a:spcBef>
        <a:spcAft>
          <a:spcPct val="0"/>
        </a:spcAft>
        <a:defRPr sz="3000" kern="1200">
          <a:solidFill>
            <a:schemeClr val="tx1"/>
          </a:solidFill>
          <a:latin typeface="+mj-lt"/>
          <a:ea typeface="MS PGothic"/>
          <a:cs typeface="MS PGothic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MS PGothic"/>
          <a:cs typeface="MS PGothic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MS PGothic"/>
          <a:cs typeface="MS PGothic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MS PGothic"/>
          <a:cs typeface="MS PGothic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MS PGothic"/>
          <a:cs typeface="MS PGothic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ＭＳ Ｐゴシック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ＭＳ Ｐゴシック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ＭＳ Ｐゴシック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Calibri" charset="0"/>
          <a:ea typeface="ＭＳ Ｐゴシック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S PGothic"/>
          <a:cs typeface="MS PGothic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S PGothic"/>
          <a:cs typeface="MS PGothic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S PGothic"/>
          <a:cs typeface="MS PGothic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S PGothic"/>
          <a:cs typeface="MS PGothic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S PGothic"/>
          <a:cs typeface="MS PGothic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43608" y="1628800"/>
            <a:ext cx="7560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  <a:latin typeface="Arial Black" pitchFamily="34" charset="0"/>
              </a:rPr>
              <a:t>Project Based Learning –I (24CFT0202)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596CC0-0544-9FD2-7AFD-B23ECB7AE8F4}"/>
              </a:ext>
            </a:extLst>
          </p:cNvPr>
          <p:cNvSpPr txBox="1"/>
          <p:nvPr/>
        </p:nvSpPr>
        <p:spPr>
          <a:xfrm>
            <a:off x="2195736" y="2852936"/>
            <a:ext cx="5112568" cy="218521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Team Details: </a:t>
            </a:r>
          </a:p>
          <a:p>
            <a:r>
              <a:rPr lang="en-US" sz="2000" dirty="0"/>
              <a:t>Team Name : </a:t>
            </a:r>
            <a:r>
              <a:rPr lang="en-US" sz="2000" dirty="0" err="1"/>
              <a:t>SmartHire</a:t>
            </a:r>
            <a:r>
              <a:rPr lang="en-US" sz="2000" dirty="0"/>
              <a:t> </a:t>
            </a:r>
          </a:p>
          <a:p>
            <a:r>
              <a:rPr lang="en-US" sz="2000" dirty="0"/>
              <a:t>Team Member : Moksh Kulshrestha (2410998600)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Faculty Coordinator: Dr. Neeraj Julka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8452" y="5157192"/>
            <a:ext cx="69470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Chitkara</a:t>
            </a:r>
            <a:r>
              <a:rPr lang="en-US" sz="20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University Institute of Engineering and Technology, </a:t>
            </a:r>
          </a:p>
          <a:p>
            <a:pPr algn="ctr"/>
            <a:r>
              <a:rPr lang="en-US" sz="2000" b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Chitkara</a:t>
            </a:r>
            <a:r>
              <a:rPr lang="en-US" sz="20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University, Punjab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919F99-DC37-2698-6992-F09100CD72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-99392"/>
            <a:ext cx="1008112" cy="1008112"/>
          </a:xfrm>
          <a:prstGeom prst="rect">
            <a:avLst/>
          </a:prstGeom>
        </p:spPr>
      </p:pic>
    </p:spTree>
  </p:cSld>
  <p:clrMapOvr>
    <a:masterClrMapping/>
  </p:clrMapOvr>
  <p:transition advTm="4000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Table of Contents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3528" y="980728"/>
            <a:ext cx="691276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Introduction</a:t>
            </a:r>
          </a:p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Problem Statement</a:t>
            </a:r>
          </a:p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Technical Details</a:t>
            </a:r>
          </a:p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Key Features </a:t>
            </a:r>
          </a:p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Project Highlights</a:t>
            </a:r>
          </a:p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Bonus Feature(optional)</a:t>
            </a:r>
          </a:p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Conclusion</a:t>
            </a:r>
          </a:p>
          <a:p>
            <a:pPr>
              <a:buFont typeface="Arial" pitchFamily="34" charset="0"/>
              <a:buChar char="•"/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References/Links used</a:t>
            </a:r>
          </a:p>
          <a:p>
            <a:pPr>
              <a:buFont typeface="Arial" pitchFamily="34" charset="0"/>
              <a:buChar char="•"/>
            </a:pPr>
            <a:endParaRPr lang="en-US" sz="2800" dirty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Arial" pitchFamily="34" charset="0"/>
              <a:buChar char="•"/>
            </a:pPr>
            <a:endParaRPr lang="en-US" sz="28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ransition advTm="4000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should include the title of the project, the team members' names, and a brief overview of the project's purpose and goals.</a:t>
            </a:r>
          </a:p>
        </p:txBody>
      </p:sp>
    </p:spTree>
  </p:cSld>
  <p:clrMapOvr>
    <a:masterClrMapping/>
  </p:clrMapOvr>
  <p:transition advTm="4000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should clearly state the problem that the project aims to solve, including any relevant background information and research. </a:t>
            </a:r>
          </a:p>
        </p:txBody>
      </p:sp>
    </p:spTree>
  </p:cSld>
  <p:clrMapOvr>
    <a:masterClrMapping/>
  </p:clrMapOvr>
  <p:transition advTm="4000"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Technical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should include brief overview of the technologies and methods used. </a:t>
            </a:r>
          </a:p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</p:spTree>
  </p:cSld>
  <p:clrMapOvr>
    <a:masterClrMapping/>
  </p:clrMapOvr>
  <p:transition advTm="4000"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should include Key features needed to solve the problem.</a:t>
            </a:r>
          </a:p>
        </p:txBody>
      </p:sp>
    </p:spTree>
  </p:cSld>
  <p:clrMapOvr>
    <a:masterClrMapping/>
  </p:clrMapOvr>
  <p:transition advTm="4000"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Project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followed by many slides include the relevant screenshots of the running project and their corresponding code snippets.</a:t>
            </a:r>
          </a:p>
          <a:p>
            <a:pPr>
              <a:buFont typeface="Arial" pitchFamily="34" charset="0"/>
              <a:buChar char="•"/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It should frame the complete picture of your solution. </a:t>
            </a:r>
          </a:p>
          <a:p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ransition advTm="4000"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Bonus Feature(optional)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should highlight any specific feature which is distinct and innovative in your project.</a:t>
            </a:r>
          </a:p>
        </p:txBody>
      </p:sp>
    </p:spTree>
  </p:cSld>
  <p:clrMapOvr>
    <a:masterClrMapping/>
  </p:clrMapOvr>
  <p:transition advTm="4000"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should summarize the key points of the project and the team's main takeaways from the experience. </a:t>
            </a:r>
          </a:p>
        </p:txBody>
      </p:sp>
    </p:spTree>
  </p:cSld>
  <p:clrMapOvr>
    <a:masterClrMapping/>
  </p:clrMapOvr>
  <p:transition advTm="4000"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260648"/>
            <a:ext cx="5400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References/Links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13690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itchFamily="34" charset="0"/>
              <a:buChar char="•"/>
            </a:pPr>
            <a:endParaRPr lang="en-US" sz="3200" dirty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Arial" pitchFamily="34" charset="0"/>
              <a:buChar char="•"/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This slide should include a list of all the sources and references used in the project.  </a:t>
            </a:r>
          </a:p>
        </p:txBody>
      </p:sp>
    </p:spTree>
  </p:cSld>
  <p:clrMapOvr>
    <a:masterClrMapping/>
  </p:clrMapOvr>
  <p:transition advTm="4000"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AutoShape 4" descr="Download The Best Thank You Slide For PPT Presentatio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0" name="AutoShape 6" descr="Download The Best Thank You Slide For PPT Presentatio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2" name="AutoShape 8" descr="Download The Best Thank You Slide For PPT Presentatio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34" name="Picture 10" descr="Thank you cards Images | Free Vectors, Stock Photos &amp; PS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857232"/>
            <a:ext cx="9144000" cy="5786478"/>
          </a:xfrm>
          <a:prstGeom prst="rect">
            <a:avLst/>
          </a:prstGeom>
          <a:noFill/>
        </p:spPr>
      </p:pic>
    </p:spTree>
  </p:cSld>
  <p:clrMapOvr>
    <a:masterClrMapping/>
  </p:clrMapOvr>
  <p:transition advTm="4000">
    <p:cut/>
  </p:transition>
</p:sld>
</file>

<file path=ppt/theme/theme1.xml><?xml version="1.0" encoding="utf-8"?>
<a:theme xmlns:a="http://schemas.openxmlformats.org/drawingml/2006/main" name="Bubble Sor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1875</TotalTime>
  <Words>240</Words>
  <Application>Microsoft Office PowerPoint</Application>
  <PresentationFormat>On-screen Show (4:3)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Times New Roman</vt:lpstr>
      <vt:lpstr>Bubble Sort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Cricket</dc:title>
  <dc:creator>abc</dc:creator>
  <cp:lastModifiedBy>Moksh Kulshrestha</cp:lastModifiedBy>
  <cp:revision>38</cp:revision>
  <dcterms:created xsi:type="dcterms:W3CDTF">2022-12-12T14:14:34Z</dcterms:created>
  <dcterms:modified xsi:type="dcterms:W3CDTF">2026-05-20T14:21:40Z</dcterms:modified>
</cp:coreProperties>
</file>