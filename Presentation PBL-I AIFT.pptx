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67" r:id="rId3"/>
    <p:sldId id="271" r:id="rId4"/>
    <p:sldId id="273" r:id="rId5"/>
    <p:sldId id="272" r:id="rId6"/>
    <p:sldId id="274" r:id="rId7"/>
    <p:sldId id="275" r:id="rId8"/>
    <p:sldId id="277" r:id="rId9"/>
    <p:sldId id="278" r:id="rId10"/>
    <p:sldId id="279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94660"/>
  </p:normalViewPr>
  <p:slideViewPr>
    <p:cSldViewPr>
      <p:cViewPr varScale="1">
        <p:scale>
          <a:sx n="78" d="100"/>
          <a:sy n="78" d="100"/>
        </p:scale>
        <p:origin x="161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608" y="1628800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 Black" pitchFamily="34" charset="0"/>
              </a:rPr>
              <a:t>Project Based Learning –I (24CFT0202)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2195736" y="2852936"/>
            <a:ext cx="5112568" cy="21852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Team Details: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Faculty Coordinator: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 Institute of Engineering and Technology, </a:t>
            </a:r>
          </a:p>
          <a:p>
            <a:pPr algn="ctr"/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University, Punjab</a:t>
            </a:r>
          </a:p>
        </p:txBody>
      </p:sp>
    </p:spTree>
  </p:cSld>
  <p:clrMapOvr>
    <a:masterClrMapping/>
  </p:clrMapOvr>
  <p:transition advTm="40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69127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include the title of the project, the team members' names, and a brief overview of the project's purpose and goals.</a:t>
            </a:r>
          </a:p>
        </p:txBody>
      </p:sp>
    </p:spTree>
  </p:cSld>
  <p:clrMapOvr>
    <a:masterClrMapping/>
  </p:clrMapOvr>
  <p:transition advTm="400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clearly state the problem that the project aims to solve, including any relevant background information and research. </a:t>
            </a:r>
          </a:p>
        </p:txBody>
      </p:sp>
    </p:spTree>
  </p:cSld>
  <p:clrMapOvr>
    <a:masterClrMapping/>
  </p:clrMapOvr>
  <p:transition advTm="4000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include brief overview of the technologies and methods used.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include Key features needed to solve the problem.</a:t>
            </a:r>
          </a:p>
        </p:txBody>
      </p:sp>
    </p:spTree>
  </p:cSld>
  <p:clrMapOvr>
    <a:masterClrMapping/>
  </p:clrMapOvr>
  <p:transition advTm="4000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followed by many slides include the relevant screenshots of the running project and their corresponding code snippets.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should frame the complete picture of your solution. 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Bonus Feature(optional)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highlight any specific feature which is distinct and innovative in your project.</a:t>
            </a:r>
          </a:p>
        </p:txBody>
      </p:sp>
    </p:spTree>
  </p:cSld>
  <p:clrMapOvr>
    <a:masterClrMapping/>
  </p:clrMapOvr>
  <p:transition advTm="4000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summarize the key points of the project and the team's main takeaways from the experience. </a:t>
            </a:r>
          </a:p>
        </p:txBody>
      </p:sp>
    </p:spTree>
  </p:cSld>
  <p:clrMapOvr>
    <a:masterClrMapping/>
  </p:clrMapOvr>
  <p:transition advTm="40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slide should include a list of all the sources and references used in the project.  </a:t>
            </a:r>
          </a:p>
        </p:txBody>
      </p:sp>
    </p:spTree>
  </p:cSld>
  <p:clrMapOvr>
    <a:masterClrMapping/>
  </p:clrMapOvr>
  <p:transition advTm="4000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</TotalTime>
  <Words>225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Kamal Deep Garg</cp:lastModifiedBy>
  <cp:revision>37</cp:revision>
  <dcterms:created xsi:type="dcterms:W3CDTF">2022-12-12T14:14:34Z</dcterms:created>
  <dcterms:modified xsi:type="dcterms:W3CDTF">2026-05-18T07:02:50Z</dcterms:modified>
</cp:coreProperties>
</file>